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478"/>
    <p:restoredTop sz="94686"/>
  </p:normalViewPr>
  <p:slideViewPr>
    <p:cSldViewPr snapToGrid="0">
      <p:cViewPr varScale="1">
        <p:scale>
          <a:sx n="132" d="100"/>
          <a:sy n="132" d="100"/>
        </p:scale>
        <p:origin x="192" y="1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331E2-146E-9D50-863F-722D30C188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0EA2F-E977-E4FA-E461-EA49BF0A40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FECD17-C6EA-6FFC-BFC9-F981B085BF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6615E-5D88-EF43-B211-95113B4D7E53}" type="datetimeFigureOut">
              <a:rPr lang="en-US" smtClean="0"/>
              <a:t>5/13/24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CA6CD8-7D17-A980-B431-B0B62A9BEE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BAACF2-C6EF-09B3-8889-33C6102D8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62B32-6AA0-B441-8159-812AE45B2B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853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58278-71CD-EE9A-804B-1580FAFDC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DF120E-38B2-AC7D-A399-2CC4F1D739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B6D83C-3616-3278-34B2-478A890F65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6615E-5D88-EF43-B211-95113B4D7E53}" type="datetimeFigureOut">
              <a:rPr lang="en-US" smtClean="0"/>
              <a:t>5/13/24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2BB9D4-A91D-4617-E415-3ABF30832D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869DA8-9F28-11F6-F97A-BE01C45B5F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62B32-6AA0-B441-8159-812AE45B2B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44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F1D50-1B49-0A42-03BF-29B59418F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3F37E5-CDDA-7509-7CEF-F4EE47525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211E42-E67E-4CBA-10CD-D2AC2BF92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6615E-5D88-EF43-B211-95113B4D7E53}" type="datetimeFigureOut">
              <a:rPr lang="en-US" smtClean="0"/>
              <a:t>5/13/24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35582A-DA03-10D4-1E8C-3512683DD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5595B6-6D07-26F5-F0CE-F6E029169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62B32-6AA0-B441-8159-812AE45B2B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2241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D6032-2F7A-66D4-2999-40608D588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3FA2A6-D3C0-6B18-66CD-E31C195C19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F5D8D8-BF71-D5C9-8B39-4907470770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F40729-C897-C4BD-657B-2B1C157F52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6615E-5D88-EF43-B211-95113B4D7E53}" type="datetimeFigureOut">
              <a:rPr lang="en-US" smtClean="0"/>
              <a:t>5/13/24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70912C-4340-A25A-DD9D-DD7AB73CA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9DB3-1809-B159-ED3A-6F45F230B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62B32-6AA0-B441-8159-812AE45B2B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5244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DA53A8-CA6E-B62B-1D91-9DE84FDC1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671C8C-7D67-B4BD-3AA0-D2CB8A4007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1D799A-874E-515F-7916-741C0C262F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B32DA-A6AE-216E-46D1-7B1A57F9F4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39B48F-B99D-ADD0-066A-5051A75CC5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869E81-C1F0-FB88-80DD-5DD9458D4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6615E-5D88-EF43-B211-95113B4D7E53}" type="datetimeFigureOut">
              <a:rPr lang="en-US" smtClean="0"/>
              <a:t>5/13/24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0DE407-A362-DFE3-746B-BD59CCEDA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A052664-BA66-1B43-125E-AB2950A97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62B32-6AA0-B441-8159-812AE45B2B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8281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A344B-9B44-A7C4-4FA4-3C458FA10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BC9279F-6C99-FFF8-653D-633CFFD45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6615E-5D88-EF43-B211-95113B4D7E53}" type="datetimeFigureOut">
              <a:rPr lang="en-US" smtClean="0"/>
              <a:t>5/13/24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1690CC-939B-3CC1-B95D-029E9FAA9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ED022C-9F10-8380-EA10-A75767DD7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62B32-6AA0-B441-8159-812AE45B2B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6005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1AD8A6E-8AD6-98EF-091D-BA47CB039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6615E-5D88-EF43-B211-95113B4D7E53}" type="datetimeFigureOut">
              <a:rPr lang="en-US" smtClean="0"/>
              <a:t>5/13/24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E32C66-AA78-352C-6ABF-DB59F1745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F37305-AED3-1FD0-A07C-DFC5FC8B1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62B32-6AA0-B441-8159-812AE45B2B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1172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69448-D558-29AF-E4BE-5E22AF390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CB85B0-0975-2EEB-864E-E9865E162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14B463-B25C-02CC-9313-E4D009AE3E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09ACC7-FF36-5997-81B2-E2D6197178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6615E-5D88-EF43-B211-95113B4D7E53}" type="datetimeFigureOut">
              <a:rPr lang="en-US" smtClean="0"/>
              <a:t>5/13/24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5137D9-6280-B8FE-62B2-ED50D95B8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7FC435-8050-A065-4B92-1E8464423E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62B32-6AA0-B441-8159-812AE45B2B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2325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B6367-95E1-48C6-04E4-DB3344D66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58D7EF-4944-3951-AAAD-82683B0843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B2B178-E0B5-9368-CF04-F5479BF1A8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2A5FDF-A592-8A53-7941-313A251D1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6615E-5D88-EF43-B211-95113B4D7E53}" type="datetimeFigureOut">
              <a:rPr lang="en-US" smtClean="0"/>
              <a:t>5/13/24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E585DC-D8EC-2A57-524F-C9D19CD362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BDDB4D-139B-30AF-19BF-744DAC8EF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62B32-6AA0-B441-8159-812AE45B2B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102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46703-E300-5FCC-3D86-A4A9312F8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C2320E-3BB7-0A10-CCF0-051884862F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C99E40-8255-E75A-230A-F8B25A9E7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6615E-5D88-EF43-B211-95113B4D7E53}" type="datetimeFigureOut">
              <a:rPr lang="en-US" smtClean="0"/>
              <a:t>5/13/24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828103-11A5-CA71-34EB-A634A1BE2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532F0B-5561-F484-3526-1961E47C0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62B32-6AA0-B441-8159-812AE45B2B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870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DD8C93-69A2-EC83-D937-3B66833D42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73FD06-CA34-F367-37FA-86486FDB73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ED4268-884D-60AE-A147-F05AFBB1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6615E-5D88-EF43-B211-95113B4D7E53}" type="datetimeFigureOut">
              <a:rPr lang="en-US" smtClean="0"/>
              <a:t>5/13/24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B05E7-8A89-8A4C-3667-E77768750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0BAC49-D4EE-0BEA-6B20-96019B511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62B32-6AA0-B441-8159-812AE45B2B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5648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AA80B7-4674-50D3-0A4A-88836A9BF3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CF9B33-52C9-3910-4621-0023324E25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7A5CAC-80A7-C77B-A56C-D71E73B4AD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46615E-5D88-EF43-B211-95113B4D7E53}" type="datetimeFigureOut">
              <a:rPr lang="en-US" smtClean="0"/>
              <a:t>5/13/24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EBDD84-60F4-E177-6186-5D1933F1C6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DD13EF-9AEB-8008-8613-9EB395B54B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F62B32-6AA0-B441-8159-812AE45B2B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64758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5667978-06E0-6846-46AA-59F436929672}"/>
              </a:ext>
            </a:extLst>
          </p:cNvPr>
          <p:cNvSpPr/>
          <p:nvPr/>
        </p:nvSpPr>
        <p:spPr>
          <a:xfrm>
            <a:off x="3376776" y="4258185"/>
            <a:ext cx="1232452" cy="5035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Capability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64284FD-39EE-8585-4825-F6ABC99B3DC1}"/>
              </a:ext>
            </a:extLst>
          </p:cNvPr>
          <p:cNvSpPr/>
          <p:nvPr/>
        </p:nvSpPr>
        <p:spPr>
          <a:xfrm>
            <a:off x="3391289" y="3620927"/>
            <a:ext cx="1232452" cy="5035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Service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C0971D4-16DD-47AB-07FB-06E51990E789}"/>
              </a:ext>
            </a:extLst>
          </p:cNvPr>
          <p:cNvSpPr/>
          <p:nvPr/>
        </p:nvSpPr>
        <p:spPr>
          <a:xfrm>
            <a:off x="1861923" y="4258185"/>
            <a:ext cx="1378225" cy="5035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Repository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BBF3849-82F8-2640-DB9B-D07ED2A54C83}"/>
              </a:ext>
            </a:extLst>
          </p:cNvPr>
          <p:cNvSpPr/>
          <p:nvPr/>
        </p:nvSpPr>
        <p:spPr>
          <a:xfrm>
            <a:off x="1883717" y="2345160"/>
            <a:ext cx="1232452" cy="5035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Business Process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12562A-EECC-DC58-9DE8-7A314D621FE7}"/>
              </a:ext>
            </a:extLst>
          </p:cNvPr>
          <p:cNvSpPr/>
          <p:nvPr/>
        </p:nvSpPr>
        <p:spPr>
          <a:xfrm>
            <a:off x="3391289" y="2978427"/>
            <a:ext cx="1232452" cy="5035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Controller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98A7369-50C6-E741-43BD-72492E7D7424}"/>
              </a:ext>
            </a:extLst>
          </p:cNvPr>
          <p:cNvSpPr txBox="1"/>
          <p:nvPr/>
        </p:nvSpPr>
        <p:spPr>
          <a:xfrm>
            <a:off x="397611" y="5649458"/>
            <a:ext cx="1243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runtime layer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5746671-07D3-6332-1172-9EC79C894E4C}"/>
              </a:ext>
            </a:extLst>
          </p:cNvPr>
          <p:cNvSpPr/>
          <p:nvPr/>
        </p:nvSpPr>
        <p:spPr>
          <a:xfrm>
            <a:off x="3362887" y="4887656"/>
            <a:ext cx="1232452" cy="5035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Included Dependencies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D79A8F0-0084-290D-584F-672D71C99F6E}"/>
              </a:ext>
            </a:extLst>
          </p:cNvPr>
          <p:cNvSpPr txBox="1"/>
          <p:nvPr/>
        </p:nvSpPr>
        <p:spPr>
          <a:xfrm>
            <a:off x="420397" y="3114693"/>
            <a:ext cx="12518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protocol layer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FF231E-9ADF-3DBD-97A5-64F7469CFD60}"/>
              </a:ext>
            </a:extLst>
          </p:cNvPr>
          <p:cNvSpPr txBox="1"/>
          <p:nvPr/>
        </p:nvSpPr>
        <p:spPr>
          <a:xfrm>
            <a:off x="305945" y="3824845"/>
            <a:ext cx="28937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Domain Layer – business decisions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691C88-6773-EF9B-6D49-44C5388C638D}"/>
              </a:ext>
            </a:extLst>
          </p:cNvPr>
          <p:cNvSpPr txBox="1"/>
          <p:nvPr/>
        </p:nvSpPr>
        <p:spPr>
          <a:xfrm>
            <a:off x="575202" y="537823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www.linkedin.com</a:t>
            </a:r>
            <a:r>
              <a:rPr lang="en-US" dirty="0"/>
              <a:t>/pulse/service-vs-capability-process-</a:t>
            </a:r>
            <a:r>
              <a:rPr lang="en-US" dirty="0" err="1"/>
              <a:t>daniel</a:t>
            </a:r>
            <a:r>
              <a:rPr lang="en-US" dirty="0"/>
              <a:t>-</a:t>
            </a:r>
            <a:r>
              <a:rPr lang="en-US" dirty="0" err="1"/>
              <a:t>dekkers</a:t>
            </a:r>
            <a:r>
              <a:rPr lang="en-US" dirty="0"/>
              <a:t>/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6D8983-A086-61D7-52A5-12082839C8F3}"/>
              </a:ext>
            </a:extLst>
          </p:cNvPr>
          <p:cNvSpPr txBox="1"/>
          <p:nvPr/>
        </p:nvSpPr>
        <p:spPr>
          <a:xfrm>
            <a:off x="2091029" y="3429000"/>
            <a:ext cx="12911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Interface layer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D5C7269-2C2B-EADE-CFC2-B957A7415972}"/>
              </a:ext>
            </a:extLst>
          </p:cNvPr>
          <p:cNvSpPr/>
          <p:nvPr/>
        </p:nvSpPr>
        <p:spPr>
          <a:xfrm>
            <a:off x="3362887" y="5543084"/>
            <a:ext cx="1232452" cy="5035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Java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916A07C-C969-1B93-2C7C-9D0F0B0667DE}"/>
              </a:ext>
            </a:extLst>
          </p:cNvPr>
          <p:cNvSpPr txBox="1"/>
          <p:nvPr/>
        </p:nvSpPr>
        <p:spPr>
          <a:xfrm>
            <a:off x="397611" y="5025762"/>
            <a:ext cx="1464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framework layer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1DCB4DF-03F4-8903-75DC-2A7AA138EAF2}"/>
              </a:ext>
            </a:extLst>
          </p:cNvPr>
          <p:cNvSpPr/>
          <p:nvPr/>
        </p:nvSpPr>
        <p:spPr>
          <a:xfrm>
            <a:off x="3362887" y="6198512"/>
            <a:ext cx="1232452" cy="5035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Cloud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FE117BE-6BFC-13F6-6E57-C6F668EF7E5A}"/>
              </a:ext>
            </a:extLst>
          </p:cNvPr>
          <p:cNvSpPr txBox="1"/>
          <p:nvPr/>
        </p:nvSpPr>
        <p:spPr>
          <a:xfrm>
            <a:off x="420397" y="6216606"/>
            <a:ext cx="16567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Infrastructure layer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E2FBBE0-796B-8B39-6B5E-46DC118915F0}"/>
              </a:ext>
            </a:extLst>
          </p:cNvPr>
          <p:cNvSpPr/>
          <p:nvPr/>
        </p:nvSpPr>
        <p:spPr>
          <a:xfrm>
            <a:off x="4745856" y="4258185"/>
            <a:ext cx="1232452" cy="5035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Entity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EB0C19F-AAB3-EE6C-7F47-BD173E664160}"/>
              </a:ext>
            </a:extLst>
          </p:cNvPr>
          <p:cNvSpPr txBox="1"/>
          <p:nvPr/>
        </p:nvSpPr>
        <p:spPr>
          <a:xfrm>
            <a:off x="8138059" y="2387282"/>
            <a:ext cx="8034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security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2D03459-4E1A-7164-77C7-AC295C3D995E}"/>
              </a:ext>
            </a:extLst>
          </p:cNvPr>
          <p:cNvSpPr txBox="1"/>
          <p:nvPr/>
        </p:nvSpPr>
        <p:spPr>
          <a:xfrm>
            <a:off x="7031593" y="2968371"/>
            <a:ext cx="22167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Secure the protocol layer, in HTTP, correct headers,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0811850-1BCD-8CC8-23B0-65E362ADCA19}"/>
              </a:ext>
            </a:extLst>
          </p:cNvPr>
          <p:cNvSpPr/>
          <p:nvPr/>
        </p:nvSpPr>
        <p:spPr>
          <a:xfrm>
            <a:off x="3376776" y="2345160"/>
            <a:ext cx="1232452" cy="5035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587F788-0CDD-7151-2E57-0F3E0CE11981}"/>
              </a:ext>
            </a:extLst>
          </p:cNvPr>
          <p:cNvSpPr/>
          <p:nvPr/>
        </p:nvSpPr>
        <p:spPr>
          <a:xfrm>
            <a:off x="4821263" y="2345160"/>
            <a:ext cx="1232452" cy="5035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B2B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5BAD326-2948-DEC7-9000-75A06977D90F}"/>
              </a:ext>
            </a:extLst>
          </p:cNvPr>
          <p:cNvSpPr txBox="1"/>
          <p:nvPr/>
        </p:nvSpPr>
        <p:spPr>
          <a:xfrm>
            <a:off x="7027819" y="3658731"/>
            <a:ext cx="2220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Business permission rules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BDA57EF-A160-4714-BBE4-33BDD34EE3B0}"/>
              </a:ext>
            </a:extLst>
          </p:cNvPr>
          <p:cNvSpPr txBox="1"/>
          <p:nvPr/>
        </p:nvSpPr>
        <p:spPr>
          <a:xfrm>
            <a:off x="7110184" y="4479224"/>
            <a:ext cx="2220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Business permission rules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3D6DDC6-8047-F804-1823-2B40B1782DA8}"/>
              </a:ext>
            </a:extLst>
          </p:cNvPr>
          <p:cNvSpPr txBox="1"/>
          <p:nvPr/>
        </p:nvSpPr>
        <p:spPr>
          <a:xfrm>
            <a:off x="7100706" y="5607496"/>
            <a:ext cx="18511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Keep Java Up-to-Date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9773ED0-8198-C142-3023-3CD0BA0AE966}"/>
              </a:ext>
            </a:extLst>
          </p:cNvPr>
          <p:cNvSpPr txBox="1"/>
          <p:nvPr/>
        </p:nvSpPr>
        <p:spPr>
          <a:xfrm>
            <a:off x="7160341" y="5031488"/>
            <a:ext cx="19609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Dependency Scanning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F3AC44C-4383-1E32-1798-CE78AE5369C0}"/>
              </a:ext>
            </a:extLst>
          </p:cNvPr>
          <p:cNvSpPr txBox="1"/>
          <p:nvPr/>
        </p:nvSpPr>
        <p:spPr>
          <a:xfrm>
            <a:off x="7027819" y="6183504"/>
            <a:ext cx="13276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Cloud Security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622D0A1-D52D-9619-BA27-76EBF485B89B}"/>
              </a:ext>
            </a:extLst>
          </p:cNvPr>
          <p:cNvSpPr/>
          <p:nvPr/>
        </p:nvSpPr>
        <p:spPr>
          <a:xfrm>
            <a:off x="9330664" y="2817114"/>
            <a:ext cx="2458280" cy="18393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code scanning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0762F61-A15E-D01E-0422-08781D4442AA}"/>
              </a:ext>
            </a:extLst>
          </p:cNvPr>
          <p:cNvSpPr txBox="1"/>
          <p:nvPr/>
        </p:nvSpPr>
        <p:spPr>
          <a:xfrm>
            <a:off x="420397" y="2387282"/>
            <a:ext cx="12518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external layer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D8E68C9-F981-ACBA-B247-609BB534CDA3}"/>
              </a:ext>
            </a:extLst>
          </p:cNvPr>
          <p:cNvSpPr txBox="1"/>
          <p:nvPr/>
        </p:nvSpPr>
        <p:spPr>
          <a:xfrm>
            <a:off x="6546574" y="507788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i="0" dirty="0">
                <a:effectLst/>
                <a:highlight>
                  <a:srgbClr val="FFFFFF"/>
                </a:highlight>
                <a:latin typeface="-apple-system"/>
              </a:rPr>
              <a:t>Capability:</a:t>
            </a:r>
            <a:r>
              <a:rPr lang="en-AU" b="0" i="0" dirty="0">
                <a:effectLst/>
                <a:highlight>
                  <a:srgbClr val="FFFFFF"/>
                </a:highlight>
                <a:latin typeface="-apple-system"/>
              </a:rPr>
              <a:t> is the what we do</a:t>
            </a:r>
            <a:br>
              <a:rPr lang="en-AU" dirty="0"/>
            </a:br>
            <a:r>
              <a:rPr lang="en-AU" b="1" i="0" dirty="0">
                <a:effectLst/>
                <a:highlight>
                  <a:srgbClr val="FFFFFF"/>
                </a:highlight>
                <a:latin typeface="-apple-system"/>
              </a:rPr>
              <a:t>Process:</a:t>
            </a:r>
            <a:r>
              <a:rPr lang="en-AU" b="0" i="0" dirty="0">
                <a:effectLst/>
                <a:highlight>
                  <a:srgbClr val="FFFFFF"/>
                </a:highlight>
                <a:latin typeface="-apple-system"/>
              </a:rPr>
              <a:t> is the how we do it (--&gt; how a capability is executed)</a:t>
            </a:r>
            <a:br>
              <a:rPr lang="en-AU" dirty="0"/>
            </a:br>
            <a:r>
              <a:rPr lang="en-AU" b="1" i="0" dirty="0">
                <a:effectLst/>
                <a:highlight>
                  <a:srgbClr val="FFFFFF"/>
                </a:highlight>
                <a:latin typeface="-apple-system"/>
              </a:rPr>
              <a:t>Service:</a:t>
            </a:r>
            <a:r>
              <a:rPr lang="en-AU" b="0" i="0" dirty="0">
                <a:effectLst/>
                <a:highlight>
                  <a:srgbClr val="FFFFFF"/>
                </a:highlight>
                <a:latin typeface="-apple-system"/>
              </a:rPr>
              <a:t> is the how we access it (--&gt; how a capability is accessed)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80540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E361F9B7-CC3E-25D1-00EC-C23ECEE687EF}"/>
              </a:ext>
            </a:extLst>
          </p:cNvPr>
          <p:cNvSpPr/>
          <p:nvPr/>
        </p:nvSpPr>
        <p:spPr>
          <a:xfrm>
            <a:off x="3281075" y="1203222"/>
            <a:ext cx="1742302" cy="174230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27497EE-DF28-8FA2-2780-4C38AF28EBC8}"/>
              </a:ext>
            </a:extLst>
          </p:cNvPr>
          <p:cNvSpPr/>
          <p:nvPr/>
        </p:nvSpPr>
        <p:spPr>
          <a:xfrm>
            <a:off x="4562769" y="1203222"/>
            <a:ext cx="1742302" cy="174230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What Exists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1F9AD85-E577-391A-8FB7-E93AC93F65AD}"/>
              </a:ext>
            </a:extLst>
          </p:cNvPr>
          <p:cNvSpPr/>
          <p:nvPr/>
        </p:nvSpPr>
        <p:spPr>
          <a:xfrm>
            <a:off x="3921922" y="2637885"/>
            <a:ext cx="1742302" cy="174230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What we will Build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5B413D-3EF2-C9D8-6DBA-5C4C2AF8DAC3}"/>
              </a:ext>
            </a:extLst>
          </p:cNvPr>
          <p:cNvSpPr txBox="1"/>
          <p:nvPr/>
        </p:nvSpPr>
        <p:spPr>
          <a:xfrm>
            <a:off x="3231648" y="1781985"/>
            <a:ext cx="140810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Libraries</a:t>
            </a:r>
          </a:p>
          <a:p>
            <a:pPr algn="ctr"/>
            <a:r>
              <a:rPr lang="en-US" sz="1600" dirty="0">
                <a:solidFill>
                  <a:schemeClr val="tx1"/>
                </a:solidFill>
              </a:rPr>
              <a:t>Opensource</a:t>
            </a:r>
          </a:p>
        </p:txBody>
      </p:sp>
    </p:spTree>
    <p:extLst>
      <p:ext uri="{BB962C8B-B14F-4D97-AF65-F5344CB8AC3E}">
        <p14:creationId xmlns:p14="http://schemas.microsoft.com/office/powerpoint/2010/main" val="3913757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E361F9B7-CC3E-25D1-00EC-C23ECEE687EF}"/>
              </a:ext>
            </a:extLst>
          </p:cNvPr>
          <p:cNvSpPr/>
          <p:nvPr/>
        </p:nvSpPr>
        <p:spPr>
          <a:xfrm>
            <a:off x="3281075" y="1203222"/>
            <a:ext cx="1742302" cy="1742302"/>
          </a:xfrm>
          <a:prstGeom prst="ellipse">
            <a:avLst/>
          </a:prstGeom>
          <a:solidFill>
            <a:srgbClr val="FF0000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27497EE-DF28-8FA2-2780-4C38AF28EBC8}"/>
              </a:ext>
            </a:extLst>
          </p:cNvPr>
          <p:cNvSpPr/>
          <p:nvPr/>
        </p:nvSpPr>
        <p:spPr>
          <a:xfrm>
            <a:off x="4562769" y="1203222"/>
            <a:ext cx="1742302" cy="1742302"/>
          </a:xfrm>
          <a:prstGeom prst="ellipse">
            <a:avLst/>
          </a:prstGeom>
          <a:solidFill>
            <a:srgbClr val="FFFF00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What Exists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1F9AD85-E577-391A-8FB7-E93AC93F65AD}"/>
              </a:ext>
            </a:extLst>
          </p:cNvPr>
          <p:cNvSpPr/>
          <p:nvPr/>
        </p:nvSpPr>
        <p:spPr>
          <a:xfrm>
            <a:off x="3921922" y="2347173"/>
            <a:ext cx="1742302" cy="1742302"/>
          </a:xfrm>
          <a:prstGeom prst="ellipse">
            <a:avLst/>
          </a:prstGeom>
          <a:solidFill>
            <a:srgbClr val="92D050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5B413D-3EF2-C9D8-6DBA-5C4C2AF8DAC3}"/>
              </a:ext>
            </a:extLst>
          </p:cNvPr>
          <p:cNvSpPr txBox="1"/>
          <p:nvPr/>
        </p:nvSpPr>
        <p:spPr>
          <a:xfrm>
            <a:off x="3231648" y="1781985"/>
            <a:ext cx="140810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Libraries</a:t>
            </a:r>
          </a:p>
          <a:p>
            <a:pPr algn="ctr"/>
            <a:r>
              <a:rPr lang="en-US" sz="1600" dirty="0">
                <a:solidFill>
                  <a:schemeClr val="tx1"/>
                </a:solidFill>
              </a:rPr>
              <a:t>Opensource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656FD3-365A-EABE-B3B0-EF2BF93C47B8}"/>
              </a:ext>
            </a:extLst>
          </p:cNvPr>
          <p:cNvGrpSpPr/>
          <p:nvPr/>
        </p:nvGrpSpPr>
        <p:grpSpPr>
          <a:xfrm>
            <a:off x="7093631" y="3518339"/>
            <a:ext cx="861848" cy="861848"/>
            <a:chOff x="7934459" y="2939583"/>
            <a:chExt cx="861848" cy="861848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6FB35B1E-FA2A-3E96-1FB2-53575449D0DB}"/>
                </a:ext>
              </a:extLst>
            </p:cNvPr>
            <p:cNvSpPr/>
            <p:nvPr/>
          </p:nvSpPr>
          <p:spPr>
            <a:xfrm>
              <a:off x="7934459" y="2939583"/>
              <a:ext cx="861848" cy="861848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73F02CF-746C-49C2-DDD0-9180008D19AF}"/>
                </a:ext>
              </a:extLst>
            </p:cNvPr>
            <p:cNvSpPr txBox="1"/>
            <p:nvPr/>
          </p:nvSpPr>
          <p:spPr>
            <a:xfrm>
              <a:off x="7989319" y="3222668"/>
              <a:ext cx="75212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constraint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C49BF0F9-238F-F721-29E1-73488E4BD432}"/>
              </a:ext>
            </a:extLst>
          </p:cNvPr>
          <p:cNvSpPr txBox="1"/>
          <p:nvPr/>
        </p:nvSpPr>
        <p:spPr>
          <a:xfrm>
            <a:off x="3921922" y="3105834"/>
            <a:ext cx="174230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What we will Build</a:t>
            </a:r>
          </a:p>
        </p:txBody>
      </p:sp>
    </p:spTree>
    <p:extLst>
      <p:ext uri="{BB962C8B-B14F-4D97-AF65-F5344CB8AC3E}">
        <p14:creationId xmlns:p14="http://schemas.microsoft.com/office/powerpoint/2010/main" val="37237753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512D246-1CFB-2F3B-BFB5-8A4E8B719547}"/>
              </a:ext>
            </a:extLst>
          </p:cNvPr>
          <p:cNvSpPr/>
          <p:nvPr/>
        </p:nvSpPr>
        <p:spPr>
          <a:xfrm>
            <a:off x="1881351" y="4529959"/>
            <a:ext cx="1502981" cy="9222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Exists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AFB850-9097-B916-0DB9-56FA43785B7B}"/>
              </a:ext>
            </a:extLst>
          </p:cNvPr>
          <p:cNvSpPr/>
          <p:nvPr/>
        </p:nvSpPr>
        <p:spPr>
          <a:xfrm>
            <a:off x="1881351" y="2685391"/>
            <a:ext cx="1502981" cy="9222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OpenSource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7BAE583-CC71-BF44-54D7-2C029DDAF19E}"/>
              </a:ext>
            </a:extLst>
          </p:cNvPr>
          <p:cNvSpPr/>
          <p:nvPr/>
        </p:nvSpPr>
        <p:spPr>
          <a:xfrm>
            <a:off x="1881351" y="3607675"/>
            <a:ext cx="1502981" cy="9222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Build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45A2D7-2EFE-AA4E-EE3D-3F983EFBA9D6}"/>
              </a:ext>
            </a:extLst>
          </p:cNvPr>
          <p:cNvSpPr txBox="1"/>
          <p:nvPr/>
        </p:nvSpPr>
        <p:spPr>
          <a:xfrm rot="16200000">
            <a:off x="661717" y="4246758"/>
            <a:ext cx="15864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Requirements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8C6381C-D6A8-1911-4A54-972B7A23C066}"/>
              </a:ext>
            </a:extLst>
          </p:cNvPr>
          <p:cNvCxnSpPr>
            <a:cxnSpLocks/>
          </p:cNvCxnSpPr>
          <p:nvPr/>
        </p:nvCxnSpPr>
        <p:spPr>
          <a:xfrm>
            <a:off x="1643685" y="3426372"/>
            <a:ext cx="0" cy="2025870"/>
          </a:xfrm>
          <a:prstGeom prst="straightConnector1">
            <a:avLst/>
          </a:prstGeom>
          <a:ln w="76200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F2560E9-6BF2-BB01-77BD-7254334B0FE9}"/>
              </a:ext>
            </a:extLst>
          </p:cNvPr>
          <p:cNvCxnSpPr/>
          <p:nvPr/>
        </p:nvCxnSpPr>
        <p:spPr>
          <a:xfrm>
            <a:off x="1397876" y="3426372"/>
            <a:ext cx="48347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38224CF-B4DE-A5A3-4851-9A0A1942B0F7}"/>
              </a:ext>
            </a:extLst>
          </p:cNvPr>
          <p:cNvCxnSpPr/>
          <p:nvPr/>
        </p:nvCxnSpPr>
        <p:spPr>
          <a:xfrm>
            <a:off x="1397876" y="5436476"/>
            <a:ext cx="48347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743936D-BCD1-04D4-7BF8-0F23EB01A270}"/>
              </a:ext>
            </a:extLst>
          </p:cNvPr>
          <p:cNvSpPr txBox="1"/>
          <p:nvPr/>
        </p:nvSpPr>
        <p:spPr>
          <a:xfrm>
            <a:off x="2017986" y="5580993"/>
            <a:ext cx="10673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Proposal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DC20062-9159-CCAA-2B11-494DDBEE830C}"/>
              </a:ext>
            </a:extLst>
          </p:cNvPr>
          <p:cNvSpPr/>
          <p:nvPr/>
        </p:nvSpPr>
        <p:spPr>
          <a:xfrm>
            <a:off x="8807670" y="4976347"/>
            <a:ext cx="1502981" cy="4966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Exists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C3C4186-53A9-A3B8-EF5A-38A1B4BBF9FE}"/>
              </a:ext>
            </a:extLst>
          </p:cNvPr>
          <p:cNvSpPr/>
          <p:nvPr/>
        </p:nvSpPr>
        <p:spPr>
          <a:xfrm>
            <a:off x="8807669" y="3468267"/>
            <a:ext cx="1502981" cy="4966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21B48E9-7815-818D-807E-8C701FAECE78}"/>
              </a:ext>
            </a:extLst>
          </p:cNvPr>
          <p:cNvSpPr txBox="1"/>
          <p:nvPr/>
        </p:nvSpPr>
        <p:spPr>
          <a:xfrm rot="16200000">
            <a:off x="7579892" y="4288654"/>
            <a:ext cx="15864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Requirements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E9C053A-7674-8B58-A35D-1209F40DF712}"/>
              </a:ext>
            </a:extLst>
          </p:cNvPr>
          <p:cNvCxnSpPr>
            <a:cxnSpLocks/>
          </p:cNvCxnSpPr>
          <p:nvPr/>
        </p:nvCxnSpPr>
        <p:spPr>
          <a:xfrm>
            <a:off x="8561860" y="3468268"/>
            <a:ext cx="0" cy="2025870"/>
          </a:xfrm>
          <a:prstGeom prst="straightConnector1">
            <a:avLst/>
          </a:prstGeom>
          <a:ln w="76200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546EB22-C0C1-ECFA-E426-DF74CA6D1E0B}"/>
              </a:ext>
            </a:extLst>
          </p:cNvPr>
          <p:cNvCxnSpPr/>
          <p:nvPr/>
        </p:nvCxnSpPr>
        <p:spPr>
          <a:xfrm>
            <a:off x="8316051" y="3468268"/>
            <a:ext cx="48347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D0CE60B-2EA7-32E4-1E13-C150DB3A6ED7}"/>
              </a:ext>
            </a:extLst>
          </p:cNvPr>
          <p:cNvCxnSpPr/>
          <p:nvPr/>
        </p:nvCxnSpPr>
        <p:spPr>
          <a:xfrm>
            <a:off x="8316051" y="5478372"/>
            <a:ext cx="48347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BAAB673-555F-EB39-0172-3BADC20AE2EC}"/>
              </a:ext>
            </a:extLst>
          </p:cNvPr>
          <p:cNvSpPr txBox="1"/>
          <p:nvPr/>
        </p:nvSpPr>
        <p:spPr>
          <a:xfrm>
            <a:off x="8936161" y="5622889"/>
            <a:ext cx="10673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Proposal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3032975-A626-C05F-59EC-07253E7A6C51}"/>
              </a:ext>
            </a:extLst>
          </p:cNvPr>
          <p:cNvSpPr/>
          <p:nvPr/>
        </p:nvSpPr>
        <p:spPr>
          <a:xfrm>
            <a:off x="8807670" y="4473319"/>
            <a:ext cx="1502981" cy="4966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Build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F9C65C3-351B-E279-37B6-23FE3383F331}"/>
              </a:ext>
            </a:extLst>
          </p:cNvPr>
          <p:cNvSpPr/>
          <p:nvPr/>
        </p:nvSpPr>
        <p:spPr>
          <a:xfrm>
            <a:off x="8807670" y="3964880"/>
            <a:ext cx="1502981" cy="4966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OpenSource</a:t>
            </a:r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FB65C0B-90A8-04D8-9995-E1F9A4FDE24C}"/>
              </a:ext>
            </a:extLst>
          </p:cNvPr>
          <p:cNvSpPr/>
          <p:nvPr/>
        </p:nvSpPr>
        <p:spPr>
          <a:xfrm>
            <a:off x="4593019" y="4529958"/>
            <a:ext cx="1502981" cy="9222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Exists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2ED8513-71CC-ADF2-5EE4-DB87106E033E}"/>
              </a:ext>
            </a:extLst>
          </p:cNvPr>
          <p:cNvSpPr/>
          <p:nvPr/>
        </p:nvSpPr>
        <p:spPr>
          <a:xfrm>
            <a:off x="4593019" y="2685390"/>
            <a:ext cx="1502981" cy="9222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OpenSource</a:t>
            </a:r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938C2C5-50EC-13D1-8A53-CA89CBFB5E94}"/>
              </a:ext>
            </a:extLst>
          </p:cNvPr>
          <p:cNvSpPr/>
          <p:nvPr/>
        </p:nvSpPr>
        <p:spPr>
          <a:xfrm>
            <a:off x="4593019" y="3607674"/>
            <a:ext cx="1502981" cy="9222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Build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21DAE0A-82F5-FF5C-29EB-E1A95F0DBC49}"/>
              </a:ext>
            </a:extLst>
          </p:cNvPr>
          <p:cNvSpPr txBox="1"/>
          <p:nvPr/>
        </p:nvSpPr>
        <p:spPr>
          <a:xfrm rot="16200000">
            <a:off x="3373385" y="4246757"/>
            <a:ext cx="15864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Requirements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5B23073-537C-FC84-292F-9B6D8FAB081D}"/>
              </a:ext>
            </a:extLst>
          </p:cNvPr>
          <p:cNvCxnSpPr>
            <a:cxnSpLocks/>
          </p:cNvCxnSpPr>
          <p:nvPr/>
        </p:nvCxnSpPr>
        <p:spPr>
          <a:xfrm>
            <a:off x="4355353" y="3426371"/>
            <a:ext cx="0" cy="2025870"/>
          </a:xfrm>
          <a:prstGeom prst="straightConnector1">
            <a:avLst/>
          </a:prstGeom>
          <a:ln w="76200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3F72D2FD-B20C-8FFE-A847-B2C6ECC0229B}"/>
              </a:ext>
            </a:extLst>
          </p:cNvPr>
          <p:cNvCxnSpPr/>
          <p:nvPr/>
        </p:nvCxnSpPr>
        <p:spPr>
          <a:xfrm>
            <a:off x="4109544" y="3426371"/>
            <a:ext cx="48347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1E6B187-74D5-7DBE-830C-38D3DB5E634B}"/>
              </a:ext>
            </a:extLst>
          </p:cNvPr>
          <p:cNvCxnSpPr/>
          <p:nvPr/>
        </p:nvCxnSpPr>
        <p:spPr>
          <a:xfrm>
            <a:off x="4109544" y="5436475"/>
            <a:ext cx="48347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4F6E8D32-962F-BEBB-F4BE-EBE3CBE1F21F}"/>
              </a:ext>
            </a:extLst>
          </p:cNvPr>
          <p:cNvSpPr txBox="1"/>
          <p:nvPr/>
        </p:nvSpPr>
        <p:spPr>
          <a:xfrm>
            <a:off x="4729654" y="5580992"/>
            <a:ext cx="10673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Proposal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9CC84BA-C9D8-F978-2AA3-CF9A84A84C4A}"/>
              </a:ext>
            </a:extLst>
          </p:cNvPr>
          <p:cNvSpPr/>
          <p:nvPr/>
        </p:nvSpPr>
        <p:spPr>
          <a:xfrm>
            <a:off x="6096000" y="2685389"/>
            <a:ext cx="1502981" cy="7409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Business </a:t>
            </a:r>
            <a:r>
              <a:rPr lang="en-US" dirty="0" err="1"/>
              <a:t>Contraints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31507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</TotalTime>
  <Words>143</Words>
  <Application>Microsoft Macintosh PowerPoint</Application>
  <PresentationFormat>Widescreen</PresentationFormat>
  <Paragraphs>54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-apple-system</vt:lpstr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Derrick Futschik</dc:creator>
  <cp:lastModifiedBy>Derrick Futschik</cp:lastModifiedBy>
  <cp:revision>14</cp:revision>
  <dcterms:created xsi:type="dcterms:W3CDTF">2024-05-07T11:09:08Z</dcterms:created>
  <dcterms:modified xsi:type="dcterms:W3CDTF">2024-05-13T11:19:20Z</dcterms:modified>
</cp:coreProperties>
</file>