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55"/>
    <p:restoredTop sz="94686"/>
  </p:normalViewPr>
  <p:slideViewPr>
    <p:cSldViewPr snapToGrid="0">
      <p:cViewPr varScale="1">
        <p:scale>
          <a:sx n="193" d="100"/>
          <a:sy n="193" d="100"/>
        </p:scale>
        <p:origin x="17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31E2-146E-9D50-863F-722D30C18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0EA2F-E977-E4FA-E461-EA49BF0A4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ECD17-C6EA-6FFC-BFC9-F981B085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A6CD8-7D17-A980-B431-B0B62A9B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AACF2-C6EF-09B3-8889-33C6102D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5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8278-71CD-EE9A-804B-1580FAFD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120E-38B2-AC7D-A399-2CC4F1D73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D83C-3616-3278-34B2-478A890F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BB9D4-A91D-4617-E415-3ABF30832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69DA8-9F28-11F6-F97A-BE01C45B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1D50-1B49-0A42-03BF-29B59418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F37E5-CDDA-7509-7CEF-F4EE47525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11E42-E67E-4CBA-10CD-D2AC2BF9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5582A-DA03-10D4-1E8C-3512683D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595B6-6D07-26F5-F0CE-F6E02916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2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6032-2F7A-66D4-2999-40608D58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FA2A6-D3C0-6B18-66CD-E31C195C1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5D8D8-BF71-D5C9-8B39-490747077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40729-C897-C4BD-657B-2B1C157F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0912C-4340-A25A-DD9D-DD7AB73C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9DB3-1809-B159-ED3A-6F45F230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2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53A8-CA6E-B62B-1D91-9DE84FDC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71C8C-7D67-B4BD-3AA0-D2CB8A400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D799A-874E-515F-7916-741C0C262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B32DA-A6AE-216E-46D1-7B1A57F9F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B48F-B99D-ADD0-066A-5051A75CC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69E81-C1F0-FB88-80DD-5DD9458D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DE407-A362-DFE3-746B-BD59CCED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52664-BA66-1B43-125E-AB2950A9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2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344B-9B44-A7C4-4FA4-3C458FA1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C9279F-6C99-FFF8-653D-633CFFD4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690CC-939B-3CC1-B95D-029E9FAA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D022C-9F10-8380-EA10-A75767DD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0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D8A6E-8AD6-98EF-091D-BA47CB03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32C66-AA78-352C-6ABF-DB59F174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7305-AED3-1FD0-A07C-DFC5FC8B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1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9448-D558-29AF-E4BE-5E22AF39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B85B0-0975-2EEB-864E-E9865E16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4B463-B25C-02CC-9313-E4D009AE3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9ACC7-FF36-5997-81B2-E2D61971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137D9-6280-B8FE-62B2-ED50D95B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FC435-8050-A065-4B92-1E846442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3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6367-95E1-48C6-04E4-DB3344D6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8D7EF-4944-3951-AAAD-82683B084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2B178-E0B5-9368-CF04-F5479BF1A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A5FDF-A592-8A53-7941-313A251D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585DC-D8EC-2A57-524F-C9D19CD3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DDB4D-139B-30AF-19BF-744DAC8E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6703-E300-5FCC-3D86-A4A9312F8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2320E-3BB7-0A10-CCF0-051884862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E40-8255-E75A-230A-F8B25A9E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28103-11A5-CA71-34EB-A634A1BE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2F0B-5561-F484-3526-1961E47C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70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D8C93-69A2-EC83-D937-3B66833D4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3FD06-CA34-F367-37FA-86486FDB7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4268-884D-60AE-A147-F05AFBB1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B05E7-8A89-8A4C-3667-E7776875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BAC49-D4EE-0BEA-6B20-96019B51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6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A80B7-4674-50D3-0A4A-88836A9B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F9B33-52C9-3910-4621-0023324E2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A5CAC-80A7-C77B-A56C-D71E73B4A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6615E-5D88-EF43-B211-95113B4D7E53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BDD84-60F4-E177-6186-5D1933F1C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13EF-9AEB-8008-8613-9EB395B54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62B32-6AA0-B441-8159-812AE45B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7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90FA319-BC3E-8E70-E5A6-255C23284AC5}"/>
              </a:ext>
            </a:extLst>
          </p:cNvPr>
          <p:cNvSpPr/>
          <p:nvPr/>
        </p:nvSpPr>
        <p:spPr>
          <a:xfrm>
            <a:off x="7792279" y="2855844"/>
            <a:ext cx="4260160" cy="1908314"/>
          </a:xfrm>
          <a:prstGeom prst="rect">
            <a:avLst/>
          </a:prstGeom>
          <a:solidFill>
            <a:srgbClr val="FFF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67978-06E0-6846-46AA-59F436929672}"/>
              </a:ext>
            </a:extLst>
          </p:cNvPr>
          <p:cNvSpPr/>
          <p:nvPr/>
        </p:nvSpPr>
        <p:spPr>
          <a:xfrm>
            <a:off x="9375499" y="4205176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Capability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284FD-39EE-8585-4825-F6ABC99B3DC1}"/>
              </a:ext>
            </a:extLst>
          </p:cNvPr>
          <p:cNvSpPr/>
          <p:nvPr/>
        </p:nvSpPr>
        <p:spPr>
          <a:xfrm>
            <a:off x="9390012" y="3567918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971D4-16DD-47AB-07FB-06E51990E789}"/>
              </a:ext>
            </a:extLst>
          </p:cNvPr>
          <p:cNvSpPr/>
          <p:nvPr/>
        </p:nvSpPr>
        <p:spPr>
          <a:xfrm>
            <a:off x="7860646" y="4205176"/>
            <a:ext cx="1378225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Repository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F3849-82F8-2640-DB9B-D07ED2A54C83}"/>
              </a:ext>
            </a:extLst>
          </p:cNvPr>
          <p:cNvSpPr/>
          <p:nvPr/>
        </p:nvSpPr>
        <p:spPr>
          <a:xfrm>
            <a:off x="7882440" y="2292151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Process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12562A-EECC-DC58-9DE8-7A314D621FE7}"/>
              </a:ext>
            </a:extLst>
          </p:cNvPr>
          <p:cNvSpPr/>
          <p:nvPr/>
        </p:nvSpPr>
        <p:spPr>
          <a:xfrm>
            <a:off x="9390012" y="2925418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746671-07D3-6332-1172-9EC79C894E4C}"/>
              </a:ext>
            </a:extLst>
          </p:cNvPr>
          <p:cNvSpPr/>
          <p:nvPr/>
        </p:nvSpPr>
        <p:spPr>
          <a:xfrm>
            <a:off x="9361610" y="4834647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Dependencies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9A8F0-0084-290D-584F-672D71C99F6E}"/>
              </a:ext>
            </a:extLst>
          </p:cNvPr>
          <p:cNvSpPr txBox="1"/>
          <p:nvPr/>
        </p:nvSpPr>
        <p:spPr>
          <a:xfrm>
            <a:off x="715746" y="3019562"/>
            <a:ext cx="125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protocol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FF231E-9ADF-3DBD-97A5-64F7469CFD60}"/>
              </a:ext>
            </a:extLst>
          </p:cNvPr>
          <p:cNvSpPr txBox="1"/>
          <p:nvPr/>
        </p:nvSpPr>
        <p:spPr>
          <a:xfrm>
            <a:off x="973820" y="5659212"/>
            <a:ext cx="125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Domain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691C88-6773-EF9B-6D49-44C5388C638D}"/>
              </a:ext>
            </a:extLst>
          </p:cNvPr>
          <p:cNvSpPr txBox="1"/>
          <p:nvPr/>
        </p:nvSpPr>
        <p:spPr>
          <a:xfrm>
            <a:off x="234734" y="318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www.linkedin.com</a:t>
            </a:r>
            <a:r>
              <a:rPr lang="en-US" dirty="0"/>
              <a:t>/pulse/service-vs-capability-process-</a:t>
            </a:r>
            <a:r>
              <a:rPr lang="en-US" dirty="0" err="1"/>
              <a:t>daniel</a:t>
            </a:r>
            <a:r>
              <a:rPr lang="en-US" dirty="0"/>
              <a:t>-</a:t>
            </a:r>
            <a:r>
              <a:rPr lang="en-US" dirty="0" err="1"/>
              <a:t>dekkers</a:t>
            </a:r>
            <a:r>
              <a:rPr lang="en-US" dirty="0"/>
              <a:t>/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5C7269-2C2B-EADE-CFC2-B957A7415972}"/>
              </a:ext>
            </a:extLst>
          </p:cNvPr>
          <p:cNvSpPr/>
          <p:nvPr/>
        </p:nvSpPr>
        <p:spPr>
          <a:xfrm>
            <a:off x="9361610" y="5490075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DCB4DF-03F4-8903-75DC-2A7AA138EAF2}"/>
              </a:ext>
            </a:extLst>
          </p:cNvPr>
          <p:cNvSpPr/>
          <p:nvPr/>
        </p:nvSpPr>
        <p:spPr>
          <a:xfrm>
            <a:off x="9361610" y="6145503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FBBE0-796B-8B39-6B5E-46DC118915F0}"/>
              </a:ext>
            </a:extLst>
          </p:cNvPr>
          <p:cNvSpPr/>
          <p:nvPr/>
        </p:nvSpPr>
        <p:spPr>
          <a:xfrm>
            <a:off x="10744579" y="4205176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811850-1BCD-8CC8-23B0-65E362ADCA19}"/>
              </a:ext>
            </a:extLst>
          </p:cNvPr>
          <p:cNvSpPr/>
          <p:nvPr/>
        </p:nvSpPr>
        <p:spPr>
          <a:xfrm>
            <a:off x="9375499" y="2292151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87F788-0CDD-7151-2E57-0F3E0CE11981}"/>
              </a:ext>
            </a:extLst>
          </p:cNvPr>
          <p:cNvSpPr/>
          <p:nvPr/>
        </p:nvSpPr>
        <p:spPr>
          <a:xfrm>
            <a:off x="10819986" y="2292151"/>
            <a:ext cx="1232452" cy="503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762F61-A15E-D01E-0422-08781D4442AA}"/>
              </a:ext>
            </a:extLst>
          </p:cNvPr>
          <p:cNvSpPr txBox="1"/>
          <p:nvPr/>
        </p:nvSpPr>
        <p:spPr>
          <a:xfrm>
            <a:off x="828027" y="2298676"/>
            <a:ext cx="1251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external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CEB7B-0657-92D3-153F-75C84AB30291}"/>
              </a:ext>
            </a:extLst>
          </p:cNvPr>
          <p:cNvSpPr txBox="1"/>
          <p:nvPr/>
        </p:nvSpPr>
        <p:spPr>
          <a:xfrm>
            <a:off x="0" y="1537013"/>
            <a:ext cx="4159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business decisions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F6A817-DFA8-CB18-988F-D8E7A68A5A03}"/>
              </a:ext>
            </a:extLst>
          </p:cNvPr>
          <p:cNvSpPr/>
          <p:nvPr/>
        </p:nvSpPr>
        <p:spPr>
          <a:xfrm>
            <a:off x="6096002" y="6145503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Infrastructure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49286-F314-269E-1A4C-4F044EDDB547}"/>
              </a:ext>
            </a:extLst>
          </p:cNvPr>
          <p:cNvSpPr/>
          <p:nvPr/>
        </p:nvSpPr>
        <p:spPr>
          <a:xfrm>
            <a:off x="6096002" y="5490075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Runtime 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E1857D-408C-7833-3282-7C7C91FA8C67}"/>
              </a:ext>
            </a:extLst>
          </p:cNvPr>
          <p:cNvSpPr/>
          <p:nvPr/>
        </p:nvSpPr>
        <p:spPr>
          <a:xfrm>
            <a:off x="6096000" y="4846307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Library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861274-0206-17B1-23CD-62BA7FE63D8F}"/>
              </a:ext>
            </a:extLst>
          </p:cNvPr>
          <p:cNvSpPr/>
          <p:nvPr/>
        </p:nvSpPr>
        <p:spPr>
          <a:xfrm>
            <a:off x="6112724" y="4211686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Domain Layer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64BC71-D279-8662-A514-8F23D2C43846}"/>
              </a:ext>
            </a:extLst>
          </p:cNvPr>
          <p:cNvSpPr/>
          <p:nvPr/>
        </p:nvSpPr>
        <p:spPr>
          <a:xfrm>
            <a:off x="6115712" y="3567918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Interface Layer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36C7AA-7A31-5098-5633-18E824484E10}"/>
              </a:ext>
            </a:extLst>
          </p:cNvPr>
          <p:cNvSpPr/>
          <p:nvPr/>
        </p:nvSpPr>
        <p:spPr>
          <a:xfrm>
            <a:off x="6115711" y="2933297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Protocol Layer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3CB342-F917-A8C6-910B-2D0E76B3DF80}"/>
              </a:ext>
            </a:extLst>
          </p:cNvPr>
          <p:cNvSpPr/>
          <p:nvPr/>
        </p:nvSpPr>
        <p:spPr>
          <a:xfrm>
            <a:off x="6115711" y="2298676"/>
            <a:ext cx="1583775" cy="50358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External Layer</a:t>
            </a:r>
          </a:p>
        </p:txBody>
      </p:sp>
    </p:spTree>
    <p:extLst>
      <p:ext uri="{BB962C8B-B14F-4D97-AF65-F5344CB8AC3E}">
        <p14:creationId xmlns:p14="http://schemas.microsoft.com/office/powerpoint/2010/main" val="65805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A7D7C9-7BC3-DFF0-7357-A6678B6E88D9}"/>
              </a:ext>
            </a:extLst>
          </p:cNvPr>
          <p:cNvSpPr txBox="1"/>
          <p:nvPr/>
        </p:nvSpPr>
        <p:spPr>
          <a:xfrm>
            <a:off x="3342322" y="1250028"/>
            <a:ext cx="80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B54D-CCA4-36A0-2A38-3615F5DFFB28}"/>
              </a:ext>
            </a:extLst>
          </p:cNvPr>
          <p:cNvSpPr txBox="1"/>
          <p:nvPr/>
        </p:nvSpPr>
        <p:spPr>
          <a:xfrm>
            <a:off x="2235856" y="1831117"/>
            <a:ext cx="221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Secure the protocol layer, in HTTP, correct headers,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B8D56-8A35-2031-1CAF-F26D27F576EF}"/>
              </a:ext>
            </a:extLst>
          </p:cNvPr>
          <p:cNvSpPr txBox="1"/>
          <p:nvPr/>
        </p:nvSpPr>
        <p:spPr>
          <a:xfrm>
            <a:off x="2232082" y="2521477"/>
            <a:ext cx="22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Business permission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FF613-2DF4-0BEF-7FE4-5783322686DF}"/>
              </a:ext>
            </a:extLst>
          </p:cNvPr>
          <p:cNvSpPr txBox="1"/>
          <p:nvPr/>
        </p:nvSpPr>
        <p:spPr>
          <a:xfrm>
            <a:off x="2314447" y="3341970"/>
            <a:ext cx="22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Business permission 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8CA1B-0212-6F25-DFF5-439466575512}"/>
              </a:ext>
            </a:extLst>
          </p:cNvPr>
          <p:cNvSpPr txBox="1"/>
          <p:nvPr/>
        </p:nvSpPr>
        <p:spPr>
          <a:xfrm>
            <a:off x="2304969" y="4470242"/>
            <a:ext cx="1851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Keep Java Up-to-Date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73081-BD3A-8594-BB21-F0862E8E0722}"/>
              </a:ext>
            </a:extLst>
          </p:cNvPr>
          <p:cNvSpPr txBox="1"/>
          <p:nvPr/>
        </p:nvSpPr>
        <p:spPr>
          <a:xfrm>
            <a:off x="2364604" y="3894234"/>
            <a:ext cx="1960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Dependency Scanning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A063A-4C29-D091-911B-E8EF988B2C5C}"/>
              </a:ext>
            </a:extLst>
          </p:cNvPr>
          <p:cNvSpPr txBox="1"/>
          <p:nvPr/>
        </p:nvSpPr>
        <p:spPr>
          <a:xfrm>
            <a:off x="2232082" y="5046250"/>
            <a:ext cx="1327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Cloud Security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23E95-F99D-02A3-7BE6-40980B92F9AC}"/>
              </a:ext>
            </a:extLst>
          </p:cNvPr>
          <p:cNvSpPr/>
          <p:nvPr/>
        </p:nvSpPr>
        <p:spPr>
          <a:xfrm>
            <a:off x="5317434" y="2054908"/>
            <a:ext cx="2458280" cy="1839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 scanning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A78D0-69B7-DCD1-7F6F-E0FEB8D5B899}"/>
              </a:ext>
            </a:extLst>
          </p:cNvPr>
          <p:cNvSpPr txBox="1"/>
          <p:nvPr/>
        </p:nvSpPr>
        <p:spPr>
          <a:xfrm>
            <a:off x="5729451" y="44942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i="0" dirty="0">
                <a:effectLst/>
                <a:highlight>
                  <a:srgbClr val="FFFFFF"/>
                </a:highlight>
                <a:latin typeface="-apple-system"/>
              </a:rPr>
              <a:t>Capability:</a:t>
            </a:r>
            <a:r>
              <a:rPr lang="en-AU" b="0" i="0" dirty="0">
                <a:effectLst/>
                <a:highlight>
                  <a:srgbClr val="FFFFFF"/>
                </a:highlight>
                <a:latin typeface="-apple-system"/>
              </a:rPr>
              <a:t> is the what we do</a:t>
            </a:r>
            <a:br>
              <a:rPr lang="en-AU" dirty="0"/>
            </a:br>
            <a:r>
              <a:rPr lang="en-AU" b="1" i="0" dirty="0">
                <a:effectLst/>
                <a:highlight>
                  <a:srgbClr val="FFFFFF"/>
                </a:highlight>
                <a:latin typeface="-apple-system"/>
              </a:rPr>
              <a:t>Process:</a:t>
            </a:r>
            <a:r>
              <a:rPr lang="en-AU" b="0" i="0" dirty="0">
                <a:effectLst/>
                <a:highlight>
                  <a:srgbClr val="FFFFFF"/>
                </a:highlight>
                <a:latin typeface="-apple-system"/>
              </a:rPr>
              <a:t> is the how we do it (--&gt; how a capability is executed)</a:t>
            </a:r>
            <a:br>
              <a:rPr lang="en-AU" dirty="0"/>
            </a:br>
            <a:r>
              <a:rPr lang="en-AU" b="1" i="0" dirty="0">
                <a:effectLst/>
                <a:highlight>
                  <a:srgbClr val="FFFFFF"/>
                </a:highlight>
                <a:latin typeface="-apple-system"/>
              </a:rPr>
              <a:t>Service:</a:t>
            </a:r>
            <a:r>
              <a:rPr lang="en-AU" b="0" i="0" dirty="0">
                <a:effectLst/>
                <a:highlight>
                  <a:srgbClr val="FFFFFF"/>
                </a:highlight>
                <a:latin typeface="-apple-system"/>
              </a:rPr>
              <a:t> is the how we access it (--&gt; how a capability is accessed)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46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361F9B7-CC3E-25D1-00EC-C23ECEE687EF}"/>
              </a:ext>
            </a:extLst>
          </p:cNvPr>
          <p:cNvSpPr/>
          <p:nvPr/>
        </p:nvSpPr>
        <p:spPr>
          <a:xfrm>
            <a:off x="3271347" y="2185716"/>
            <a:ext cx="1742302" cy="17423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7497EE-DF28-8FA2-2780-4C38AF28EBC8}"/>
              </a:ext>
            </a:extLst>
          </p:cNvPr>
          <p:cNvSpPr/>
          <p:nvPr/>
        </p:nvSpPr>
        <p:spPr>
          <a:xfrm>
            <a:off x="4553041" y="2185716"/>
            <a:ext cx="1742302" cy="17423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Exists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F9AD85-E577-391A-8FB7-E93AC93F65AD}"/>
              </a:ext>
            </a:extLst>
          </p:cNvPr>
          <p:cNvSpPr/>
          <p:nvPr/>
        </p:nvSpPr>
        <p:spPr>
          <a:xfrm>
            <a:off x="3912194" y="3620379"/>
            <a:ext cx="1742302" cy="17423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we will Build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B413D-3EF2-C9D8-6DBA-5C4C2AF8DAC3}"/>
              </a:ext>
            </a:extLst>
          </p:cNvPr>
          <p:cNvSpPr txBox="1"/>
          <p:nvPr/>
        </p:nvSpPr>
        <p:spPr>
          <a:xfrm>
            <a:off x="3221920" y="2764479"/>
            <a:ext cx="1408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Libraries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Opensource</a:t>
            </a:r>
          </a:p>
        </p:txBody>
      </p:sp>
    </p:spTree>
    <p:extLst>
      <p:ext uri="{BB962C8B-B14F-4D97-AF65-F5344CB8AC3E}">
        <p14:creationId xmlns:p14="http://schemas.microsoft.com/office/powerpoint/2010/main" val="39137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361F9B7-CC3E-25D1-00EC-C23ECEE687EF}"/>
              </a:ext>
            </a:extLst>
          </p:cNvPr>
          <p:cNvSpPr/>
          <p:nvPr/>
        </p:nvSpPr>
        <p:spPr>
          <a:xfrm>
            <a:off x="3281075" y="1203222"/>
            <a:ext cx="1742302" cy="1742302"/>
          </a:xfrm>
          <a:prstGeom prst="ellipse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7497EE-DF28-8FA2-2780-4C38AF28EBC8}"/>
              </a:ext>
            </a:extLst>
          </p:cNvPr>
          <p:cNvSpPr/>
          <p:nvPr/>
        </p:nvSpPr>
        <p:spPr>
          <a:xfrm>
            <a:off x="4562769" y="1203222"/>
            <a:ext cx="1742302" cy="1742302"/>
          </a:xfrm>
          <a:prstGeom prst="ellipse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Exists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F9AD85-E577-391A-8FB7-E93AC93F65AD}"/>
              </a:ext>
            </a:extLst>
          </p:cNvPr>
          <p:cNvSpPr/>
          <p:nvPr/>
        </p:nvSpPr>
        <p:spPr>
          <a:xfrm>
            <a:off x="3921922" y="2347173"/>
            <a:ext cx="1742302" cy="1742302"/>
          </a:xfrm>
          <a:prstGeom prst="ellipse">
            <a:avLst/>
          </a:prstGeom>
          <a:solidFill>
            <a:srgbClr val="92D05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B413D-3EF2-C9D8-6DBA-5C4C2AF8DAC3}"/>
              </a:ext>
            </a:extLst>
          </p:cNvPr>
          <p:cNvSpPr txBox="1"/>
          <p:nvPr/>
        </p:nvSpPr>
        <p:spPr>
          <a:xfrm>
            <a:off x="3231648" y="1781985"/>
            <a:ext cx="1408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Libraries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Opensource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656FD3-365A-EABE-B3B0-EF2BF93C47B8}"/>
              </a:ext>
            </a:extLst>
          </p:cNvPr>
          <p:cNvGrpSpPr/>
          <p:nvPr/>
        </p:nvGrpSpPr>
        <p:grpSpPr>
          <a:xfrm>
            <a:off x="7093631" y="3518339"/>
            <a:ext cx="861848" cy="861848"/>
            <a:chOff x="7934459" y="2939583"/>
            <a:chExt cx="861848" cy="86184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FB35B1E-FA2A-3E96-1FB2-53575449D0DB}"/>
                </a:ext>
              </a:extLst>
            </p:cNvPr>
            <p:cNvSpPr/>
            <p:nvPr/>
          </p:nvSpPr>
          <p:spPr>
            <a:xfrm>
              <a:off x="7934459" y="2939583"/>
              <a:ext cx="861848" cy="8618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73F02CF-746C-49C2-DDD0-9180008D19AF}"/>
                </a:ext>
              </a:extLst>
            </p:cNvPr>
            <p:cNvSpPr txBox="1"/>
            <p:nvPr/>
          </p:nvSpPr>
          <p:spPr>
            <a:xfrm>
              <a:off x="7989319" y="3222668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constraint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9BF0F9-238F-F721-29E1-73488E4BD432}"/>
              </a:ext>
            </a:extLst>
          </p:cNvPr>
          <p:cNvSpPr txBox="1"/>
          <p:nvPr/>
        </p:nvSpPr>
        <p:spPr>
          <a:xfrm>
            <a:off x="3921922" y="3105834"/>
            <a:ext cx="1742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we will Build</a:t>
            </a:r>
          </a:p>
        </p:txBody>
      </p:sp>
    </p:spTree>
    <p:extLst>
      <p:ext uri="{BB962C8B-B14F-4D97-AF65-F5344CB8AC3E}">
        <p14:creationId xmlns:p14="http://schemas.microsoft.com/office/powerpoint/2010/main" val="372377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12D246-1CFB-2F3B-BFB5-8A4E8B719547}"/>
              </a:ext>
            </a:extLst>
          </p:cNvPr>
          <p:cNvSpPr/>
          <p:nvPr/>
        </p:nvSpPr>
        <p:spPr>
          <a:xfrm>
            <a:off x="1881351" y="4529959"/>
            <a:ext cx="1502981" cy="92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FB850-9097-B916-0DB9-56FA43785B7B}"/>
              </a:ext>
            </a:extLst>
          </p:cNvPr>
          <p:cNvSpPr/>
          <p:nvPr/>
        </p:nvSpPr>
        <p:spPr>
          <a:xfrm>
            <a:off x="1881351" y="2685391"/>
            <a:ext cx="1502981" cy="92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OpenSource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BAE583-CC71-BF44-54D7-2C029DDAF19E}"/>
              </a:ext>
            </a:extLst>
          </p:cNvPr>
          <p:cNvSpPr/>
          <p:nvPr/>
        </p:nvSpPr>
        <p:spPr>
          <a:xfrm>
            <a:off x="1881351" y="3607675"/>
            <a:ext cx="1502981" cy="92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5A2D7-2EFE-AA4E-EE3D-3F983EFBA9D6}"/>
              </a:ext>
            </a:extLst>
          </p:cNvPr>
          <p:cNvSpPr txBox="1"/>
          <p:nvPr/>
        </p:nvSpPr>
        <p:spPr>
          <a:xfrm rot="16200000">
            <a:off x="661717" y="4246758"/>
            <a:ext cx="1586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Requirements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C6381C-D6A8-1911-4A54-972B7A23C066}"/>
              </a:ext>
            </a:extLst>
          </p:cNvPr>
          <p:cNvCxnSpPr>
            <a:cxnSpLocks/>
          </p:cNvCxnSpPr>
          <p:nvPr/>
        </p:nvCxnSpPr>
        <p:spPr>
          <a:xfrm>
            <a:off x="1643685" y="3426372"/>
            <a:ext cx="0" cy="202587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2560E9-6BF2-BB01-77BD-7254334B0FE9}"/>
              </a:ext>
            </a:extLst>
          </p:cNvPr>
          <p:cNvCxnSpPr/>
          <p:nvPr/>
        </p:nvCxnSpPr>
        <p:spPr>
          <a:xfrm>
            <a:off x="1397876" y="3426372"/>
            <a:ext cx="483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8224CF-B4DE-A5A3-4851-9A0A1942B0F7}"/>
              </a:ext>
            </a:extLst>
          </p:cNvPr>
          <p:cNvCxnSpPr/>
          <p:nvPr/>
        </p:nvCxnSpPr>
        <p:spPr>
          <a:xfrm>
            <a:off x="1397876" y="5436476"/>
            <a:ext cx="483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43936D-BCD1-04D4-7BF8-0F23EB01A270}"/>
              </a:ext>
            </a:extLst>
          </p:cNvPr>
          <p:cNvSpPr txBox="1"/>
          <p:nvPr/>
        </p:nvSpPr>
        <p:spPr>
          <a:xfrm>
            <a:off x="2017986" y="5580993"/>
            <a:ext cx="106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Proposal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C20062-9159-CCAA-2B11-494DDBEE830C}"/>
              </a:ext>
            </a:extLst>
          </p:cNvPr>
          <p:cNvSpPr/>
          <p:nvPr/>
        </p:nvSpPr>
        <p:spPr>
          <a:xfrm>
            <a:off x="8807670" y="4976347"/>
            <a:ext cx="1502981" cy="49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3C4186-53A9-A3B8-EF5A-38A1B4BBF9FE}"/>
              </a:ext>
            </a:extLst>
          </p:cNvPr>
          <p:cNvSpPr/>
          <p:nvPr/>
        </p:nvSpPr>
        <p:spPr>
          <a:xfrm>
            <a:off x="8807669" y="3468267"/>
            <a:ext cx="1502981" cy="49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1B48E9-7815-818D-807E-8C701FAECE78}"/>
              </a:ext>
            </a:extLst>
          </p:cNvPr>
          <p:cNvSpPr txBox="1"/>
          <p:nvPr/>
        </p:nvSpPr>
        <p:spPr>
          <a:xfrm rot="16200000">
            <a:off x="7579892" y="4288654"/>
            <a:ext cx="1586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Requirements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9C053A-7674-8B58-A35D-1209F40DF712}"/>
              </a:ext>
            </a:extLst>
          </p:cNvPr>
          <p:cNvCxnSpPr>
            <a:cxnSpLocks/>
          </p:cNvCxnSpPr>
          <p:nvPr/>
        </p:nvCxnSpPr>
        <p:spPr>
          <a:xfrm>
            <a:off x="8561860" y="3468268"/>
            <a:ext cx="0" cy="202587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46EB22-C0C1-ECFA-E426-DF74CA6D1E0B}"/>
              </a:ext>
            </a:extLst>
          </p:cNvPr>
          <p:cNvCxnSpPr/>
          <p:nvPr/>
        </p:nvCxnSpPr>
        <p:spPr>
          <a:xfrm>
            <a:off x="8316051" y="3468268"/>
            <a:ext cx="483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0CE60B-2EA7-32E4-1E13-C150DB3A6ED7}"/>
              </a:ext>
            </a:extLst>
          </p:cNvPr>
          <p:cNvCxnSpPr/>
          <p:nvPr/>
        </p:nvCxnSpPr>
        <p:spPr>
          <a:xfrm>
            <a:off x="8316051" y="5478372"/>
            <a:ext cx="483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AAB673-555F-EB39-0172-3BADC20AE2EC}"/>
              </a:ext>
            </a:extLst>
          </p:cNvPr>
          <p:cNvSpPr txBox="1"/>
          <p:nvPr/>
        </p:nvSpPr>
        <p:spPr>
          <a:xfrm>
            <a:off x="8936161" y="5622889"/>
            <a:ext cx="106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Proposal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32975-A626-C05F-59EC-07253E7A6C51}"/>
              </a:ext>
            </a:extLst>
          </p:cNvPr>
          <p:cNvSpPr/>
          <p:nvPr/>
        </p:nvSpPr>
        <p:spPr>
          <a:xfrm>
            <a:off x="8807670" y="4473319"/>
            <a:ext cx="1502981" cy="49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9C65C3-351B-E279-37B6-23FE3383F331}"/>
              </a:ext>
            </a:extLst>
          </p:cNvPr>
          <p:cNvSpPr/>
          <p:nvPr/>
        </p:nvSpPr>
        <p:spPr>
          <a:xfrm>
            <a:off x="8807670" y="3964880"/>
            <a:ext cx="1502981" cy="49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OpenSource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B65C0B-90A8-04D8-9995-E1F9A4FDE24C}"/>
              </a:ext>
            </a:extLst>
          </p:cNvPr>
          <p:cNvSpPr/>
          <p:nvPr/>
        </p:nvSpPr>
        <p:spPr>
          <a:xfrm>
            <a:off x="4593019" y="4529958"/>
            <a:ext cx="1502981" cy="92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ED8513-71CC-ADF2-5EE4-DB87106E033E}"/>
              </a:ext>
            </a:extLst>
          </p:cNvPr>
          <p:cNvSpPr/>
          <p:nvPr/>
        </p:nvSpPr>
        <p:spPr>
          <a:xfrm>
            <a:off x="4593019" y="2685390"/>
            <a:ext cx="1502981" cy="92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OpenSource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38C2C5-50EC-13D1-8A53-CA89CBFB5E94}"/>
              </a:ext>
            </a:extLst>
          </p:cNvPr>
          <p:cNvSpPr/>
          <p:nvPr/>
        </p:nvSpPr>
        <p:spPr>
          <a:xfrm>
            <a:off x="4593019" y="3607674"/>
            <a:ext cx="1502981" cy="92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1DAE0A-82F5-FF5C-29EB-E1A95F0DBC49}"/>
              </a:ext>
            </a:extLst>
          </p:cNvPr>
          <p:cNvSpPr txBox="1"/>
          <p:nvPr/>
        </p:nvSpPr>
        <p:spPr>
          <a:xfrm rot="16200000">
            <a:off x="3373385" y="4246757"/>
            <a:ext cx="1586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Requirements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5B23073-537C-FC84-292F-9B6D8FAB081D}"/>
              </a:ext>
            </a:extLst>
          </p:cNvPr>
          <p:cNvCxnSpPr>
            <a:cxnSpLocks/>
          </p:cNvCxnSpPr>
          <p:nvPr/>
        </p:nvCxnSpPr>
        <p:spPr>
          <a:xfrm>
            <a:off x="4355353" y="3426371"/>
            <a:ext cx="0" cy="202587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F72D2FD-B20C-8FFE-A847-B2C6ECC0229B}"/>
              </a:ext>
            </a:extLst>
          </p:cNvPr>
          <p:cNvCxnSpPr/>
          <p:nvPr/>
        </p:nvCxnSpPr>
        <p:spPr>
          <a:xfrm>
            <a:off x="4109544" y="3426371"/>
            <a:ext cx="483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1E6B187-74D5-7DBE-830C-38D3DB5E634B}"/>
              </a:ext>
            </a:extLst>
          </p:cNvPr>
          <p:cNvCxnSpPr/>
          <p:nvPr/>
        </p:nvCxnSpPr>
        <p:spPr>
          <a:xfrm>
            <a:off x="4109544" y="5436475"/>
            <a:ext cx="4834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F6E8D32-962F-BEBB-F4BE-EBE3CBE1F21F}"/>
              </a:ext>
            </a:extLst>
          </p:cNvPr>
          <p:cNvSpPr txBox="1"/>
          <p:nvPr/>
        </p:nvSpPr>
        <p:spPr>
          <a:xfrm>
            <a:off x="4729654" y="5580992"/>
            <a:ext cx="1067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Proposal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CC84BA-C9D8-F978-2AA3-CF9A84A84C4A}"/>
              </a:ext>
            </a:extLst>
          </p:cNvPr>
          <p:cNvSpPr/>
          <p:nvPr/>
        </p:nvSpPr>
        <p:spPr>
          <a:xfrm>
            <a:off x="6096000" y="2685389"/>
            <a:ext cx="1502981" cy="740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</a:t>
            </a:r>
            <a:r>
              <a:rPr lang="en-US" dirty="0" err="1"/>
              <a:t>Contraints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5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147</Words>
  <Application>Microsoft Macintosh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-apple-system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Derrick Futschik</dc:creator>
  <cp:lastModifiedBy>Derrick Futschik</cp:lastModifiedBy>
  <cp:revision>24</cp:revision>
  <dcterms:created xsi:type="dcterms:W3CDTF">2024-05-07T11:09:08Z</dcterms:created>
  <dcterms:modified xsi:type="dcterms:W3CDTF">2024-05-23T11:43:33Z</dcterms:modified>
</cp:coreProperties>
</file>